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651760" cy="2651760"/>
          </a:xfrm>
          <a:prstGeom prst="ellipse">
            <a:avLst/>
          </a:prstGeom>
          <a:solidFill>
            <a:srgbClr val="F59E0B">
              <a:alpha val="266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377440" cy="2377440"/>
          </a:xfrm>
          <a:prstGeom prst="ellipse">
            <a:avLst/>
          </a:prstGeom>
          <a:solidFill>
            <a:srgbClr val="F59E0B">
              <a:alpha val="533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103120" cy="210312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09728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28016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Kaakbay mo sa negosyo.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·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ng Filipino MSMEs lack digital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Presence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online visibility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55448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Accounting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bookkeeping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scattered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20040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hours admin daily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59E0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AI na kaakbay ng iyong negosyo.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D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Taglish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local needs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D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28600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D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8600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 MSMEs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your reality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5 minutes.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preferences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KEY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features. One conversation.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3+ hours daily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encryption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2918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204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2918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636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Learning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 Trillion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in 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workforce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~₱150B ADDRESSABLE MARKET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2194560" cy="2194560"/>
          </a:xfrm>
          <a:prstGeom prst="ellipse">
            <a:avLst/>
          </a:prstGeom>
          <a:solidFill>
            <a:srgbClr val="F59E0B">
              <a:alpha val="166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1828800"/>
            <a:ext cx="1920240" cy="1920240"/>
          </a:xfrm>
          <a:prstGeom prst="ellipse">
            <a:avLst/>
          </a:prstGeom>
          <a:solidFill>
            <a:srgbClr val="F59E0B">
              <a:alpha val="333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1828800"/>
            <a:ext cx="1645920" cy="1645920"/>
          </a:xfrm>
          <a:prstGeom prst="ellipse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TRACTION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4.9★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rating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3h/day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0D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17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Nabawasan ako ng 5 hours ng admin work daily.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Maria, Bakery Owner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0D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017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ako nag-isip na AI could speak Taglish.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Juan, Hardware Shop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BUSINESS MODEL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97280"/>
            <a:ext cx="256032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₱799/mo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₱1,999/mo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70% gross margin | 18-month payback | 3.2x LTV:CAC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COMPETITION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828800" y="2697480"/>
            <a:ext cx="548640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097280"/>
            <a:ext cx="0" cy="320040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Philippines-specific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29489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29489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74320" cy="274320"/>
          </a:xfrm>
          <a:prstGeom prst="ellipse">
            <a:avLst/>
          </a:prstGeom>
          <a:solidFill>
            <a:srgbClr val="8A9BB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3200400"/>
            <a:ext cx="274320" cy="274320"/>
          </a:xfrm>
          <a:prstGeom prst="ellipse">
            <a:avLst/>
          </a:prstGeom>
          <a:solidFill>
            <a:srgbClr val="8A9BB5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57800" y="2240280"/>
            <a:ext cx="274320" cy="274320"/>
          </a:xfrm>
          <a:prstGeom prst="ellipse">
            <a:avLst/>
          </a:prstGeom>
          <a:solidFill>
            <a:srgbClr val="8A9BB5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PH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GO-TO-MARKET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34440" y="914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D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 outreach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feedback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14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D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launches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914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D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₱50M Seed Round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1031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3776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74904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0D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1148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Kaakbay mo sa negosyo.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hello@akbai.ph · akbai.com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2026-03-05T07:00:18Z</dcterms:created>
  <dcterms:modified xsi:type="dcterms:W3CDTF">2026-03-05T07:00:18Z</dcterms:modified>
</cp:coreProperties>
</file>