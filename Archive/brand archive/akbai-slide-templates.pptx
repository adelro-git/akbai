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651760" cy="2651760"/>
          </a:xfrm>
          <a:prstGeom prst="ellipse">
            <a:avLst/>
          </a:prstGeom>
          <a:solidFill>
            <a:srgbClr val="F59E0B">
              <a:alpha val="266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377440" cy="2377440"/>
          </a:xfrm>
          <a:prstGeom prst="ellipse">
            <a:avLst/>
          </a:prstGeom>
          <a:solidFill>
            <a:srgbClr val="F59E0B">
              <a:alpha val="5333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103120" cy="210312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097280"/>
            <a:ext cx="2011680" cy="109728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1280160"/>
            <a:ext cx="20116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Title]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[Subtitle or Date]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Title]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 subtitle]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Title]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 subtitle]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[SLIDE LABEL]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0" y="1097280"/>
            <a:ext cx="1645920" cy="2743200"/>
          </a:xfrm>
          <a:prstGeom prst="roundRect">
            <a:avLst>
              <a:gd name="adj" fmla="val 5556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goes here. This is a placeholder area for your main content. Use this space for: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points and supporting details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Bulleted information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 text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add more content or replace with your own.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[SLIDE LABEL]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0" y="1280160"/>
            <a:ext cx="0" cy="34747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Column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 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Third point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details can go here.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2743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[CONTEXT LABEL]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[00%]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context and description text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D1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label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D1A2E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label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D1A2E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label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dirty="0">
                <a:solidFill>
                  <a:srgbClr val="F59E0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quote here. This can be a customer testimonial, key insight, or powerful statement.]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[Attribution]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[FEATURES LABEL]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Title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the feature goes here.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Title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the feature goes here.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Title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the feature goes here.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[FEATURES LABEL]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20440" y="3291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2044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1546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291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364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[PROCESS LABEL]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Title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25880" y="1920240"/>
            <a:ext cx="548640" cy="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645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Title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0240"/>
            <a:ext cx="548640" cy="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0060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Title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1920240"/>
            <a:ext cx="548640" cy="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1645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9516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Title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[COMPARISON LABEL]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[Feature/Category]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20C9A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Solution]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114800" cy="640080"/>
          </a:xfrm>
          <a:prstGeom prst="rect">
            <a:avLst/>
          </a:prstGeom>
          <a:solidFill>
            <a:srgbClr val="FFF8E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640080"/>
          </a:xfrm>
          <a:prstGeom prst="rect">
            <a:avLst/>
          </a:prstGeom>
          <a:solidFill>
            <a:srgbClr val="FFF8E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39319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468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0" cy="640080"/>
          </a:xfrm>
          <a:prstGeom prst="rect">
            <a:avLst/>
          </a:prstGeom>
          <a:solidFill>
            <a:srgbClr val="FFF8E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3931920" cy="640080"/>
          </a:xfrm>
          <a:prstGeom prst="rect">
            <a:avLst/>
          </a:prstGeom>
          <a:solidFill>
            <a:srgbClr val="FFF8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108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1148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49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749040"/>
            <a:ext cx="39319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7101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03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0" y="365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[LABEL]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0" y="731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[Slide Title]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includes body text, description, or supporting information. Add details that complement the image on the left.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71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bullet points or paragraphs as needed.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3657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1148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Kaakbay mo sa negosyo.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hello@akbai.ph · akbai.com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2026-03-05T07:00:18Z</dcterms:created>
  <dcterms:modified xsi:type="dcterms:W3CDTF">2026-03-05T07:00:18Z</dcterms:modified>
</cp:coreProperties>
</file>